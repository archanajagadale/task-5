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LOOKUP FORMULAS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1: VLOOKUP Basics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employee name for Employee ID 103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Carol White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3: VLOOKUP Multiple Columns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salary for Employee ID 105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$58,000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2: VLOOKUP Column 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department for Employee ID 102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Marketing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4: INDEX/MATCH Combination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price for product "Monitor"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$400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5: INDEX/MATCH with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category for product "Laptop"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Electronics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6: MATCH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position of "Mouse" in product list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7: HLOOKUP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salary for Employee ID 102 (horizontal table)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$55,000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8: IFERROR + INDEX/MATCH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salary for Employee ID 101 with error handling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$65,000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9: VLOOKUP with Exact Match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employee name for ID 104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David Brown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 10: INDEX/MATCH with IDs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Question: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</a:rPr>
              <a:t>Find product name for Product ID 202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</a:rPr>
              <a:t>Expected Answer: Mouse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</Words>
  <Application>WPS Presentation</Application>
  <PresentationFormat>On-screen Show (16:9)</PresentationFormat>
  <Paragraphs>82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Archana Jagadale</cp:lastModifiedBy>
  <cp:revision>3</cp:revision>
  <dcterms:created xsi:type="dcterms:W3CDTF">2026-09-26T09:09:00Z</dcterms:created>
  <dcterms:modified xsi:type="dcterms:W3CDTF">2026-09-27T13:05:54Z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1F6291013CB04CE1BFCFE48DCCCF6B0F_13</vt:lpwstr>
  </property>
  <property fmtid="{D5CDD505-2E9C-101B-9397-08002B2CF9AE}" pid="3" name="KSOProductBuildVer">
    <vt:lpwstr>1033-12.1.0.28485</vt:lpwstr>
  </property>
</Properties>
</file>